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9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9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本页展示答辩汇报目录：项目背景与目标、需求与设计、系统实现、项目亮点、总结展望。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tags" Target="../tags/tag1.xml"/><Relationship Id="rId30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25.xml"/><Relationship Id="rId27" Type="http://schemas.openxmlformats.org/officeDocument/2006/relationships/tags" Target="../tags/tag24.xml"/><Relationship Id="rId26" Type="http://schemas.openxmlformats.org/officeDocument/2006/relationships/tags" Target="../tags/tag23.xml"/><Relationship Id="rId25" Type="http://schemas.openxmlformats.org/officeDocument/2006/relationships/tags" Target="../tags/tag22.xml"/><Relationship Id="rId24" Type="http://schemas.openxmlformats.org/officeDocument/2006/relationships/tags" Target="../tags/tag21.xml"/><Relationship Id="rId23" Type="http://schemas.openxmlformats.org/officeDocument/2006/relationships/tags" Target="../tags/tag20.xml"/><Relationship Id="rId22" Type="http://schemas.openxmlformats.org/officeDocument/2006/relationships/tags" Target="../tags/tag19.xml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image" Target="../media/image2.png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tags" Target="../tags/tag13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tags" Target="../tags/tag9.xml"/><Relationship Id="rId11" Type="http://schemas.openxmlformats.org/officeDocument/2006/relationships/tags" Target="../tags/tag8.xml"/><Relationship Id="rId10" Type="http://schemas.openxmlformats.org/officeDocument/2006/relationships/tags" Target="../tags/tag7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FF8FF"/>
            </a:gs>
            <a:gs pos="48000">
              <a:srgbClr val="F8FCF8"/>
            </a:gs>
            <a:gs pos="100000">
              <a:srgbClr val="DDF2FF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1"/>
          <a:srcRect l="2734" r="2734"/>
          <a:stretch>
            <a:fillRect/>
          </a:stretch>
        </p:blipFill>
        <p:spPr>
          <a:xfrm>
            <a:off x="7048500" y="0"/>
            <a:ext cx="5143500" cy="619125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rcRect t="16905" b="16905"/>
          <a:stretch>
            <a:fillRect/>
          </a:stretch>
        </p:blipFill>
        <p:spPr>
          <a:xfrm>
            <a:off x="0" y="1219200"/>
            <a:ext cx="2905125" cy="4953000"/>
          </a:xfrm>
          <a:prstGeom prst="rect">
            <a:avLst/>
          </a:prstGeom>
        </p:spPr>
      </p:pic>
      <p:sp>
        <p:nvSpPr>
          <p:cNvPr id="4" name="Rectangle 4"/>
          <p:cNvSpPr/>
          <p:nvPr/>
        </p:nvSpPr>
        <p:spPr>
          <a:xfrm>
            <a:off x="0" y="0"/>
            <a:ext cx="7810500" cy="6191250"/>
          </a:xfrm>
          <a:prstGeom prst="rect">
            <a:avLst/>
          </a:prstGeom>
          <a:gradFill>
            <a:gsLst>
              <a:gs pos="0">
                <a:srgbClr val="FFFFFF">
                  <a:alpha val="92000"/>
                </a:srgbClr>
              </a:gs>
              <a:gs pos="42000">
                <a:srgbClr val="FFFFFF">
                  <a:alpha val="78000"/>
                </a:srgbClr>
              </a:gs>
              <a:gs pos="76000">
                <a:srgbClr val="FFFFFF">
                  <a:alpha val="32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sp>
        <p:nvSpPr>
          <p:cNvPr id="5" name="Rectangle 5"/>
          <p:cNvSpPr/>
          <p:nvPr/>
        </p:nvSpPr>
        <p:spPr>
          <a:xfrm>
            <a:off x="0" y="0"/>
            <a:ext cx="12192000" cy="6191250"/>
          </a:xfrm>
          <a:prstGeom prst="rect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txBody>
          <a:bodyPr/>
          <a:p>
            <a:endParaRPr lang="zh-CN" altLang="en-US"/>
          </a:p>
        </p:txBody>
      </p:sp>
      <p:pic>
        <p:nvPicPr>
          <p:cNvPr id="6" name="Image 6"/>
          <p:cNvPicPr>
            <a:picLocks noChangeAspect="1"/>
          </p:cNvPicPr>
          <p:nvPr/>
        </p:nvPicPr>
        <p:blipFill>
          <a:blip r:embed="rId3"/>
          <a:srcRect b="6713"/>
          <a:stretch>
            <a:fillRect/>
          </a:stretch>
        </p:blipFill>
        <p:spPr>
          <a:xfrm>
            <a:off x="0" y="0"/>
            <a:ext cx="2286000" cy="1238250"/>
          </a:xfrm>
          <a:prstGeom prst="rect">
            <a:avLst/>
          </a:prstGeom>
        </p:spPr>
      </p:pic>
      <p:sp>
        <p:nvSpPr>
          <p:cNvPr id="8" name="Freeform 8"/>
          <p:cNvSpPr/>
          <p:nvPr/>
        </p:nvSpPr>
        <p:spPr>
          <a:xfrm>
            <a:off x="0" y="4095750"/>
            <a:ext cx="12192000" cy="2762250"/>
          </a:xfrm>
          <a:custGeom>
            <a:avLst/>
            <a:gdLst/>
            <a:ahLst/>
            <a:cxnLst/>
            <a:rect l="l" t="t" r="r" b="b"/>
            <a:pathLst>
              <a:path w="12192000" h="2762250">
                <a:moveTo>
                  <a:pt x="0" y="0"/>
                </a:moveTo>
                <a:cubicBezTo>
                  <a:pt x="790575" y="1238250"/>
                  <a:pt x="1685925" y="2028825"/>
                  <a:pt x="3143250" y="2105025"/>
                </a:cubicBezTo>
                <a:cubicBezTo>
                  <a:pt x="4800600" y="2190750"/>
                  <a:pt x="6153150" y="1952625"/>
                  <a:pt x="7524750" y="2009775"/>
                </a:cubicBezTo>
                <a:cubicBezTo>
                  <a:pt x="9096375" y="2076450"/>
                  <a:pt x="10620375" y="2000250"/>
                  <a:pt x="12192000" y="1657350"/>
                </a:cubicBezTo>
                <a:lnTo>
                  <a:pt x="12192000" y="2762250"/>
                </a:lnTo>
                <a:lnTo>
                  <a:pt x="0" y="2762250"/>
                </a:lnTo>
                <a:close/>
              </a:path>
            </a:pathLst>
          </a:cu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9" name="Freeform 9"/>
          <p:cNvSpPr/>
          <p:nvPr/>
        </p:nvSpPr>
        <p:spPr>
          <a:xfrm>
            <a:off x="0" y="4152900"/>
            <a:ext cx="12192000" cy="2390775"/>
          </a:xfrm>
          <a:custGeom>
            <a:avLst/>
            <a:gdLst/>
            <a:ahLst/>
            <a:cxnLst/>
            <a:rect l="l" t="t" r="r" b="b"/>
            <a:pathLst>
              <a:path w="12192000" h="2390775">
                <a:moveTo>
                  <a:pt x="0" y="0"/>
                </a:moveTo>
                <a:cubicBezTo>
                  <a:pt x="781050" y="1066800"/>
                  <a:pt x="1752600" y="1895475"/>
                  <a:pt x="3190875" y="2047875"/>
                </a:cubicBezTo>
                <a:cubicBezTo>
                  <a:pt x="4743450" y="2209800"/>
                  <a:pt x="5953125" y="1971675"/>
                  <a:pt x="7515225" y="2028825"/>
                </a:cubicBezTo>
                <a:cubicBezTo>
                  <a:pt x="9191625" y="2095500"/>
                  <a:pt x="10668000" y="2009775"/>
                  <a:pt x="12192000" y="1685925"/>
                </a:cubicBezTo>
                <a:lnTo>
                  <a:pt x="12192000" y="1876425"/>
                </a:lnTo>
                <a:cubicBezTo>
                  <a:pt x="10591800" y="2228850"/>
                  <a:pt x="9096375" y="2314575"/>
                  <a:pt x="7467600" y="2219325"/>
                </a:cubicBezTo>
                <a:cubicBezTo>
                  <a:pt x="5981700" y="2133600"/>
                  <a:pt x="4705350" y="2390775"/>
                  <a:pt x="3152775" y="2247900"/>
                </a:cubicBezTo>
                <a:cubicBezTo>
                  <a:pt x="1790700" y="2124075"/>
                  <a:pt x="742950" y="1419225"/>
                  <a:pt x="0" y="400050"/>
                </a:cubicBezTo>
                <a:close/>
              </a:path>
            </a:pathLst>
          </a:custGeom>
          <a:solidFill>
            <a:srgbClr val="7BCB5E"/>
          </a:solidFill>
          <a:ln>
            <a:noFill/>
          </a:ln>
        </p:spPr>
      </p:sp>
      <p:sp>
        <p:nvSpPr>
          <p:cNvPr id="10" name="Freeform 10"/>
          <p:cNvSpPr/>
          <p:nvPr/>
        </p:nvSpPr>
        <p:spPr>
          <a:xfrm>
            <a:off x="0" y="4629150"/>
            <a:ext cx="12192000" cy="1981200"/>
          </a:xfrm>
          <a:custGeom>
            <a:avLst/>
            <a:gdLst/>
            <a:ahLst/>
            <a:cxnLst/>
            <a:rect l="l" t="t" r="r" b="b"/>
            <a:pathLst>
              <a:path w="12192000" h="1981200">
                <a:moveTo>
                  <a:pt x="0" y="0"/>
                </a:moveTo>
                <a:cubicBezTo>
                  <a:pt x="876300" y="981075"/>
                  <a:pt x="1895475" y="1543050"/>
                  <a:pt x="3295650" y="1657350"/>
                </a:cubicBezTo>
                <a:cubicBezTo>
                  <a:pt x="4810125" y="1781175"/>
                  <a:pt x="6010275" y="1581150"/>
                  <a:pt x="7534275" y="1628775"/>
                </a:cubicBezTo>
                <a:cubicBezTo>
                  <a:pt x="9172575" y="1685925"/>
                  <a:pt x="10715625" y="1562100"/>
                  <a:pt x="12192000" y="1285875"/>
                </a:cubicBezTo>
                <a:lnTo>
                  <a:pt x="12192000" y="1533525"/>
                </a:lnTo>
                <a:cubicBezTo>
                  <a:pt x="10591800" y="1857375"/>
                  <a:pt x="9134475" y="1933575"/>
                  <a:pt x="7515225" y="1819275"/>
                </a:cubicBezTo>
                <a:cubicBezTo>
                  <a:pt x="5981700" y="1714500"/>
                  <a:pt x="4848225" y="1981200"/>
                  <a:pt x="3257550" y="1866900"/>
                </a:cubicBezTo>
                <a:cubicBezTo>
                  <a:pt x="1857375" y="1771650"/>
                  <a:pt x="819150" y="1276350"/>
                  <a:pt x="0" y="390525"/>
                </a:cubicBezTo>
                <a:close/>
              </a:path>
            </a:pathLst>
          </a:custGeom>
          <a:solidFill>
            <a:srgbClr val="007EA8"/>
          </a:solidFill>
          <a:ln>
            <a:noFill/>
          </a:ln>
        </p:spPr>
      </p:sp>
      <p:sp>
        <p:nvSpPr>
          <p:cNvPr id="11" name="Freeform 11"/>
          <p:cNvSpPr/>
          <p:nvPr/>
        </p:nvSpPr>
        <p:spPr>
          <a:xfrm>
            <a:off x="0" y="5105400"/>
            <a:ext cx="12192000" cy="1752600"/>
          </a:xfrm>
          <a:custGeom>
            <a:avLst/>
            <a:gdLst/>
            <a:ahLst/>
            <a:cxnLst/>
            <a:rect l="l" t="t" r="r" b="b"/>
            <a:pathLst>
              <a:path w="12192000" h="1752600">
                <a:moveTo>
                  <a:pt x="0" y="0"/>
                </a:moveTo>
                <a:cubicBezTo>
                  <a:pt x="971550" y="790575"/>
                  <a:pt x="2095500" y="1200150"/>
                  <a:pt x="3429000" y="1257300"/>
                </a:cubicBezTo>
                <a:cubicBezTo>
                  <a:pt x="4857750" y="1314450"/>
                  <a:pt x="6181725" y="1152525"/>
                  <a:pt x="7572375" y="1219200"/>
                </a:cubicBezTo>
                <a:cubicBezTo>
                  <a:pt x="9191625" y="1295400"/>
                  <a:pt x="10725150" y="1152525"/>
                  <a:pt x="12192000" y="904875"/>
                </a:cubicBezTo>
                <a:lnTo>
                  <a:pt x="12192000" y="1752600"/>
                </a:lnTo>
                <a:lnTo>
                  <a:pt x="0" y="1752600"/>
                </a:lnTo>
                <a:close/>
              </a:path>
            </a:pathLst>
          </a:custGeom>
          <a:solidFill>
            <a:srgbClr val="F7FBF7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2333625" y="731520"/>
            <a:ext cx="1564691" cy="10477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5400" b="1" dirty="0">
                <a:solidFill>
                  <a:srgbClr val="2027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目录</a:t>
            </a:r>
            <a:endParaRPr lang="zh-CN" sz="5400" b="1" dirty="0">
              <a:solidFill>
                <a:srgbClr val="20272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3"/>
          <p:cNvSpPr/>
          <p:nvPr/>
        </p:nvSpPr>
        <p:spPr>
          <a:xfrm>
            <a:off x="2371725" y="1543050"/>
            <a:ext cx="647700" cy="47625"/>
          </a:xfrm>
          <a:prstGeom prst="roundRect">
            <a:avLst>
              <a:gd name="adj" fmla="val 50000"/>
            </a:avLst>
          </a:prstGeom>
          <a:solidFill>
            <a:srgbClr val="078C3C"/>
          </a:solidFill>
          <a:ln>
            <a:noFill/>
          </a:ln>
        </p:spPr>
      </p:sp>
      <p:sp>
        <p:nvSpPr>
          <p:cNvPr id="14" name="Ellipse 14"/>
          <p:cNvSpPr/>
          <p:nvPr/>
        </p:nvSpPr>
        <p:spPr>
          <a:xfrm>
            <a:off x="3128962" y="1519238"/>
            <a:ext cx="85725" cy="85725"/>
          </a:xfrm>
          <a:prstGeom prst="ellipse">
            <a:avLst/>
          </a:prstGeom>
          <a:solidFill>
            <a:srgbClr val="078C3C"/>
          </a:solidFill>
          <a:ln>
            <a:noFill/>
          </a:ln>
        </p:spPr>
      </p:sp>
      <p:grpSp>
        <p:nvGrpSpPr>
          <p:cNvPr id="19" name="Group 19"/>
          <p:cNvGrpSpPr/>
          <p:nvPr>
            <p:custDataLst>
              <p:tags r:id="rId4"/>
            </p:custDataLst>
          </p:nvPr>
        </p:nvGrpSpPr>
        <p:grpSpPr>
          <a:xfrm>
            <a:off x="3381375" y="1609725"/>
            <a:ext cx="5191125" cy="800100"/>
            <a:chOff x="3381375" y="1609725"/>
            <a:chExt cx="5191125" cy="800100"/>
          </a:xfrm>
          <a:effectLst>
            <a:outerShdw blurRad="152400" dist="66675" dir="5400000" algn="ctr" rotWithShape="0">
              <a:srgbClr val="4F8B62">
                <a:alpha val="15000"/>
              </a:srgbClr>
            </a:outerShdw>
          </a:effectLst>
        </p:grpSpPr>
        <p:sp>
          <p:nvSpPr>
            <p:cNvPr id="15" name="Rectangle 15"/>
            <p:cNvSpPr/>
            <p:nvPr>
              <p:custDataLst>
                <p:tags r:id="rId5"/>
              </p:custDataLst>
            </p:nvPr>
          </p:nvSpPr>
          <p:spPr>
            <a:xfrm>
              <a:off x="3381375" y="1685925"/>
              <a:ext cx="5191125" cy="6477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0"/>
              </a:srgbClr>
            </a:solidFill>
            <a:ln w="11430">
              <a:solidFill>
                <a:srgbClr val="7EC86E"/>
              </a:solidFill>
            </a:ln>
            <a:effectLst>
              <a:outerShdw blurRad="152400" dist="66675" dir="5400000" algn="ctr" rotWithShape="0">
                <a:srgbClr val="4F8B62">
                  <a:alpha val="15000"/>
                </a:srgbClr>
              </a:outerShdw>
            </a:effectLst>
          </p:spPr>
        </p:sp>
        <p:sp>
          <p:nvSpPr>
            <p:cNvPr id="16" name="Ellipse 16"/>
            <p:cNvSpPr/>
            <p:nvPr>
              <p:custDataLst>
                <p:tags r:id="rId6"/>
              </p:custDataLst>
            </p:nvPr>
          </p:nvSpPr>
          <p:spPr>
            <a:xfrm>
              <a:off x="3562350" y="1609725"/>
              <a:ext cx="800100" cy="800100"/>
            </a:xfrm>
            <a:prstGeom prst="ellipse">
              <a:avLst/>
            </a:prstGeom>
            <a:gradFill>
              <a:gsLst>
                <a:gs pos="0">
                  <a:srgbClr val="71C857"/>
                </a:gs>
                <a:gs pos="45000">
                  <a:srgbClr val="23A248"/>
                </a:gs>
                <a:gs pos="100000">
                  <a:srgbClr val="008A4D"/>
                </a:gs>
              </a:gsLst>
              <a:lin ang="2700000" scaled="1"/>
            </a:gradFill>
            <a:ln>
              <a:noFill/>
            </a:ln>
            <a:effectLst>
              <a:outerShdw blurRad="95250" dist="38100" dir="5400000" algn="ctr" rotWithShape="0">
                <a:srgbClr val="1F7E3B">
                  <a:alpha val="21000"/>
                </a:srgbClr>
              </a:outerShdw>
            </a:effectLst>
          </p:spPr>
        </p:sp>
        <p:sp>
          <p:nvSpPr>
            <p:cNvPr id="17" name="TextBox 17"/>
            <p:cNvSpPr txBox="1"/>
            <p:nvPr>
              <p:custDataLst>
                <p:tags r:id="rId7"/>
              </p:custDataLst>
            </p:nvPr>
          </p:nvSpPr>
          <p:spPr>
            <a:xfrm>
              <a:off x="3763625" y="1884045"/>
              <a:ext cx="397551" cy="469392"/>
            </a:xfrm>
            <a:prstGeom prst="rect">
              <a:avLst/>
            </a:prstGeom>
            <a:noFill/>
            <a:ln>
              <a:noFill/>
            </a:ln>
            <a:effectLst>
              <a:outerShdw blurRad="152400" dist="66675" dir="5400000" algn="ctr" rotWithShape="0">
                <a:srgbClr val="4F8B62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01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>
              <p:custDataLst>
                <p:tags r:id="rId8"/>
              </p:custDataLst>
            </p:nvPr>
          </p:nvSpPr>
          <p:spPr>
            <a:xfrm>
              <a:off x="4616958" y="1884045"/>
              <a:ext cx="2399081" cy="469392"/>
            </a:xfrm>
            <a:prstGeom prst="rect">
              <a:avLst/>
            </a:prstGeom>
            <a:noFill/>
            <a:ln>
              <a:noFill/>
            </a:ln>
            <a:effectLst>
              <a:outerShdw blurRad="152400" dist="66675" dir="5400000" algn="ctr" rotWithShape="0">
                <a:srgbClr val="4F8B62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72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项目背景与目标</a:t>
              </a:r>
              <a:endParaRPr lang="zh-CN" sz="2400" b="1" dirty="0">
                <a:solidFill>
                  <a:srgbClr val="2027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4" name="Group 24"/>
          <p:cNvGrpSpPr/>
          <p:nvPr>
            <p:custDataLst>
              <p:tags r:id="rId9"/>
            </p:custDataLst>
          </p:nvPr>
        </p:nvGrpSpPr>
        <p:grpSpPr>
          <a:xfrm>
            <a:off x="3381375" y="2438400"/>
            <a:ext cx="5191125" cy="800100"/>
            <a:chOff x="3381375" y="2438400"/>
            <a:chExt cx="5191125" cy="800100"/>
          </a:xfrm>
          <a:effectLst>
            <a:outerShdw blurRad="152400" dist="66675" dir="5400000" algn="ctr" rotWithShape="0">
              <a:srgbClr val="4F8B62">
                <a:alpha val="15000"/>
              </a:srgbClr>
            </a:outerShdw>
          </a:effectLst>
        </p:grpSpPr>
        <p:sp>
          <p:nvSpPr>
            <p:cNvPr id="20" name="Rectangle 20"/>
            <p:cNvSpPr/>
            <p:nvPr>
              <p:custDataLst>
                <p:tags r:id="rId10"/>
              </p:custDataLst>
            </p:nvPr>
          </p:nvSpPr>
          <p:spPr>
            <a:xfrm>
              <a:off x="3381375" y="2514600"/>
              <a:ext cx="5191125" cy="6477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0"/>
              </a:srgbClr>
            </a:solidFill>
            <a:ln w="11430">
              <a:solidFill>
                <a:srgbClr val="7EC86E"/>
              </a:solidFill>
            </a:ln>
            <a:effectLst>
              <a:outerShdw blurRad="152400" dist="66675" dir="5400000" algn="ctr" rotWithShape="0">
                <a:srgbClr val="4F8B62">
                  <a:alpha val="15000"/>
                </a:srgbClr>
              </a:outerShdw>
            </a:effectLst>
          </p:spPr>
        </p:sp>
        <p:sp>
          <p:nvSpPr>
            <p:cNvPr id="21" name="Ellipse 21"/>
            <p:cNvSpPr/>
            <p:nvPr>
              <p:custDataLst>
                <p:tags r:id="rId11"/>
              </p:custDataLst>
            </p:nvPr>
          </p:nvSpPr>
          <p:spPr>
            <a:xfrm>
              <a:off x="3562350" y="2438400"/>
              <a:ext cx="800100" cy="800100"/>
            </a:xfrm>
            <a:prstGeom prst="ellipse">
              <a:avLst/>
            </a:prstGeom>
            <a:gradFill>
              <a:gsLst>
                <a:gs pos="0">
                  <a:srgbClr val="71C857"/>
                </a:gs>
                <a:gs pos="45000">
                  <a:srgbClr val="23A248"/>
                </a:gs>
                <a:gs pos="100000">
                  <a:srgbClr val="008A4D"/>
                </a:gs>
              </a:gsLst>
              <a:lin ang="2700000" scaled="1"/>
            </a:gradFill>
            <a:ln>
              <a:noFill/>
            </a:ln>
            <a:effectLst>
              <a:outerShdw blurRad="95250" dist="38100" dir="5400000" algn="ctr" rotWithShape="0">
                <a:srgbClr val="1F7E3B">
                  <a:alpha val="21000"/>
                </a:srgbClr>
              </a:outerShdw>
            </a:effectLst>
          </p:spPr>
        </p:sp>
        <p:sp>
          <p:nvSpPr>
            <p:cNvPr id="22" name="TextBox 22"/>
            <p:cNvSpPr txBox="1"/>
            <p:nvPr>
              <p:custDataLst>
                <p:tags r:id="rId12"/>
              </p:custDataLst>
            </p:nvPr>
          </p:nvSpPr>
          <p:spPr>
            <a:xfrm>
              <a:off x="3763625" y="2712720"/>
              <a:ext cx="397551" cy="469392"/>
            </a:xfrm>
            <a:prstGeom prst="rect">
              <a:avLst/>
            </a:prstGeom>
            <a:noFill/>
            <a:ln>
              <a:noFill/>
            </a:ln>
            <a:effectLst>
              <a:outerShdw blurRad="152400" dist="66675" dir="5400000" algn="ctr" rotWithShape="0">
                <a:srgbClr val="4F8B62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02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>
              <p:custDataLst>
                <p:tags r:id="rId13"/>
              </p:custDataLst>
            </p:nvPr>
          </p:nvSpPr>
          <p:spPr>
            <a:xfrm>
              <a:off x="4616958" y="2712720"/>
              <a:ext cx="1720596" cy="469392"/>
            </a:xfrm>
            <a:prstGeom prst="rect">
              <a:avLst/>
            </a:prstGeom>
            <a:noFill/>
            <a:ln>
              <a:noFill/>
            </a:ln>
            <a:effectLst>
              <a:outerShdw blurRad="152400" dist="66675" dir="5400000" algn="ctr" rotWithShape="0">
                <a:srgbClr val="4F8B62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72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需求与设计</a:t>
              </a:r>
              <a:endParaRPr lang="zh-CN" sz="2400" b="1" dirty="0">
                <a:solidFill>
                  <a:srgbClr val="2027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29" name="Group 29"/>
          <p:cNvGrpSpPr/>
          <p:nvPr>
            <p:custDataLst>
              <p:tags r:id="rId14"/>
            </p:custDataLst>
          </p:nvPr>
        </p:nvGrpSpPr>
        <p:grpSpPr>
          <a:xfrm>
            <a:off x="3381375" y="3267075"/>
            <a:ext cx="5191125" cy="800100"/>
            <a:chOff x="3381375" y="3267075"/>
            <a:chExt cx="5191125" cy="800100"/>
          </a:xfrm>
          <a:effectLst>
            <a:outerShdw blurRad="152400" dist="66675" dir="5400000" algn="ctr" rotWithShape="0">
              <a:srgbClr val="4F8B62">
                <a:alpha val="15000"/>
              </a:srgbClr>
            </a:outerShdw>
          </a:effectLst>
        </p:grpSpPr>
        <p:sp>
          <p:nvSpPr>
            <p:cNvPr id="25" name="Rectangle 25"/>
            <p:cNvSpPr/>
            <p:nvPr>
              <p:custDataLst>
                <p:tags r:id="rId15"/>
              </p:custDataLst>
            </p:nvPr>
          </p:nvSpPr>
          <p:spPr>
            <a:xfrm>
              <a:off x="3381375" y="3343275"/>
              <a:ext cx="5191125" cy="6477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80000"/>
              </a:srgbClr>
            </a:solidFill>
            <a:ln w="11430">
              <a:solidFill>
                <a:srgbClr val="7EC86E"/>
              </a:solidFill>
            </a:ln>
            <a:effectLst>
              <a:outerShdw blurRad="152400" dist="66675" dir="5400000" algn="ctr" rotWithShape="0">
                <a:srgbClr val="4F8B62">
                  <a:alpha val="15000"/>
                </a:srgbClr>
              </a:outerShdw>
            </a:effectLst>
          </p:spPr>
        </p:sp>
        <p:sp>
          <p:nvSpPr>
            <p:cNvPr id="26" name="Ellipse 26"/>
            <p:cNvSpPr/>
            <p:nvPr>
              <p:custDataLst>
                <p:tags r:id="rId16"/>
              </p:custDataLst>
            </p:nvPr>
          </p:nvSpPr>
          <p:spPr>
            <a:xfrm>
              <a:off x="3562350" y="3267075"/>
              <a:ext cx="800100" cy="800100"/>
            </a:xfrm>
            <a:prstGeom prst="ellipse">
              <a:avLst/>
            </a:prstGeom>
            <a:gradFill>
              <a:gsLst>
                <a:gs pos="0">
                  <a:srgbClr val="71C857"/>
                </a:gs>
                <a:gs pos="45000">
                  <a:srgbClr val="23A248"/>
                </a:gs>
                <a:gs pos="100000">
                  <a:srgbClr val="008A4D"/>
                </a:gs>
              </a:gsLst>
              <a:lin ang="2700000" scaled="1"/>
            </a:gradFill>
            <a:ln>
              <a:noFill/>
            </a:ln>
            <a:effectLst>
              <a:outerShdw blurRad="95250" dist="38100" dir="5400000" algn="ctr" rotWithShape="0">
                <a:srgbClr val="1F7E3B">
                  <a:alpha val="21000"/>
                </a:srgbClr>
              </a:outerShdw>
            </a:effectLst>
          </p:spPr>
        </p:sp>
        <p:sp>
          <p:nvSpPr>
            <p:cNvPr id="27" name="TextBox 27"/>
            <p:cNvSpPr txBox="1"/>
            <p:nvPr>
              <p:custDataLst>
                <p:tags r:id="rId17"/>
              </p:custDataLst>
            </p:nvPr>
          </p:nvSpPr>
          <p:spPr>
            <a:xfrm>
              <a:off x="3763625" y="3541395"/>
              <a:ext cx="397551" cy="469392"/>
            </a:xfrm>
            <a:prstGeom prst="rect">
              <a:avLst/>
            </a:prstGeom>
            <a:noFill/>
            <a:ln>
              <a:noFill/>
            </a:ln>
            <a:effectLst>
              <a:outerShdw blurRad="152400" dist="66675" dir="5400000" algn="ctr" rotWithShape="0">
                <a:srgbClr val="4F8B62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03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>
              <p:custDataLst>
                <p:tags r:id="rId18"/>
              </p:custDataLst>
            </p:nvPr>
          </p:nvSpPr>
          <p:spPr>
            <a:xfrm>
              <a:off x="4616958" y="3541395"/>
              <a:ext cx="1381354" cy="469392"/>
            </a:xfrm>
            <a:prstGeom prst="rect">
              <a:avLst/>
            </a:prstGeom>
            <a:noFill/>
            <a:ln>
              <a:noFill/>
            </a:ln>
            <a:effectLst>
              <a:outerShdw blurRad="152400" dist="66675" dir="5400000" algn="ctr" rotWithShape="0">
                <a:srgbClr val="4F8B62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72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系统实现</a:t>
              </a:r>
              <a:endParaRPr lang="zh-CN" sz="2400" b="1" dirty="0">
                <a:solidFill>
                  <a:srgbClr val="2027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4" name="Group 34"/>
          <p:cNvGrpSpPr/>
          <p:nvPr>
            <p:custDataLst>
              <p:tags r:id="rId19"/>
            </p:custDataLst>
          </p:nvPr>
        </p:nvGrpSpPr>
        <p:grpSpPr>
          <a:xfrm>
            <a:off x="3381375" y="4095750"/>
            <a:ext cx="5191125" cy="800100"/>
            <a:chOff x="3381375" y="4095750"/>
            <a:chExt cx="5191125" cy="800100"/>
          </a:xfrm>
          <a:effectLst>
            <a:outerShdw blurRad="152400" dist="66675" dir="5400000" algn="ctr" rotWithShape="0">
              <a:srgbClr val="4F8B62">
                <a:alpha val="15000"/>
              </a:srgbClr>
            </a:outerShdw>
          </a:effectLst>
        </p:grpSpPr>
        <p:sp>
          <p:nvSpPr>
            <p:cNvPr id="30" name="Rectangle 30"/>
            <p:cNvSpPr/>
            <p:nvPr>
              <p:custDataLst>
                <p:tags r:id="rId20"/>
              </p:custDataLst>
            </p:nvPr>
          </p:nvSpPr>
          <p:spPr>
            <a:xfrm>
              <a:off x="3381375" y="4171950"/>
              <a:ext cx="5191125" cy="6477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78000"/>
              </a:srgbClr>
            </a:solidFill>
            <a:ln w="11430">
              <a:solidFill>
                <a:srgbClr val="7EC86E"/>
              </a:solidFill>
            </a:ln>
            <a:effectLst>
              <a:outerShdw blurRad="152400" dist="66675" dir="5400000" algn="ctr" rotWithShape="0">
                <a:srgbClr val="4F8B62">
                  <a:alpha val="15000"/>
                </a:srgbClr>
              </a:outerShdw>
            </a:effectLst>
          </p:spPr>
        </p:sp>
        <p:sp>
          <p:nvSpPr>
            <p:cNvPr id="31" name="Ellipse 31"/>
            <p:cNvSpPr/>
            <p:nvPr>
              <p:custDataLst>
                <p:tags r:id="rId21"/>
              </p:custDataLst>
            </p:nvPr>
          </p:nvSpPr>
          <p:spPr>
            <a:xfrm>
              <a:off x="3562350" y="4095750"/>
              <a:ext cx="800100" cy="800100"/>
            </a:xfrm>
            <a:prstGeom prst="ellipse">
              <a:avLst/>
            </a:prstGeom>
            <a:gradFill>
              <a:gsLst>
                <a:gs pos="0">
                  <a:srgbClr val="71C857"/>
                </a:gs>
                <a:gs pos="45000">
                  <a:srgbClr val="23A248"/>
                </a:gs>
                <a:gs pos="100000">
                  <a:srgbClr val="008A4D"/>
                </a:gs>
              </a:gsLst>
              <a:lin ang="2700000" scaled="1"/>
            </a:gradFill>
            <a:ln>
              <a:noFill/>
            </a:ln>
            <a:effectLst>
              <a:outerShdw blurRad="95250" dist="38100" dir="5400000" algn="ctr" rotWithShape="0">
                <a:srgbClr val="1F7E3B">
                  <a:alpha val="21000"/>
                </a:srgbClr>
              </a:outerShdw>
            </a:effectLst>
          </p:spPr>
        </p:sp>
        <p:sp>
          <p:nvSpPr>
            <p:cNvPr id="32" name="TextBox 32"/>
            <p:cNvSpPr txBox="1"/>
            <p:nvPr>
              <p:custDataLst>
                <p:tags r:id="rId22"/>
              </p:custDataLst>
            </p:nvPr>
          </p:nvSpPr>
          <p:spPr>
            <a:xfrm>
              <a:off x="3763625" y="4370070"/>
              <a:ext cx="397551" cy="469392"/>
            </a:xfrm>
            <a:prstGeom prst="rect">
              <a:avLst/>
            </a:prstGeom>
            <a:noFill/>
            <a:ln>
              <a:noFill/>
            </a:ln>
            <a:effectLst>
              <a:outerShdw blurRad="152400" dist="66675" dir="5400000" algn="ctr" rotWithShape="0">
                <a:srgbClr val="4F8B62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04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>
              <p:custDataLst>
                <p:tags r:id="rId23"/>
              </p:custDataLst>
            </p:nvPr>
          </p:nvSpPr>
          <p:spPr>
            <a:xfrm>
              <a:off x="4616958" y="4370070"/>
              <a:ext cx="1381354" cy="469392"/>
            </a:xfrm>
            <a:prstGeom prst="rect">
              <a:avLst/>
            </a:prstGeom>
            <a:noFill/>
            <a:ln>
              <a:noFill/>
            </a:ln>
            <a:effectLst>
              <a:outerShdw blurRad="152400" dist="66675" dir="5400000" algn="ctr" rotWithShape="0">
                <a:srgbClr val="4F8B62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72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项目亮点</a:t>
              </a:r>
              <a:endParaRPr lang="zh-CN" sz="2400" b="1" dirty="0">
                <a:solidFill>
                  <a:srgbClr val="2027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9" name="Group 39"/>
          <p:cNvGrpSpPr/>
          <p:nvPr>
            <p:custDataLst>
              <p:tags r:id="rId24"/>
            </p:custDataLst>
          </p:nvPr>
        </p:nvGrpSpPr>
        <p:grpSpPr>
          <a:xfrm>
            <a:off x="3381375" y="4924425"/>
            <a:ext cx="5191125" cy="800100"/>
            <a:chOff x="3381375" y="4924425"/>
            <a:chExt cx="5191125" cy="800100"/>
          </a:xfrm>
          <a:effectLst>
            <a:outerShdw blurRad="152400" dist="66675" dir="5400000" algn="ctr" rotWithShape="0">
              <a:srgbClr val="4F8B62">
                <a:alpha val="15000"/>
              </a:srgbClr>
            </a:outerShdw>
          </a:effectLst>
        </p:grpSpPr>
        <p:sp>
          <p:nvSpPr>
            <p:cNvPr id="35" name="Rectangle 35"/>
            <p:cNvSpPr/>
            <p:nvPr>
              <p:custDataLst>
                <p:tags r:id="rId25"/>
              </p:custDataLst>
            </p:nvPr>
          </p:nvSpPr>
          <p:spPr>
            <a:xfrm>
              <a:off x="3381375" y="5000625"/>
              <a:ext cx="5191125" cy="647700"/>
            </a:xfrm>
            <a:prstGeom prst="roundRect">
              <a:avLst>
                <a:gd name="adj" fmla="val 50000"/>
              </a:avLst>
            </a:prstGeom>
            <a:solidFill>
              <a:srgbClr val="FFFFFF">
                <a:alpha val="76000"/>
              </a:srgbClr>
            </a:solidFill>
            <a:ln w="11430">
              <a:solidFill>
                <a:srgbClr val="7EC86E"/>
              </a:solidFill>
            </a:ln>
            <a:effectLst>
              <a:outerShdw blurRad="152400" dist="66675" dir="5400000" algn="ctr" rotWithShape="0">
                <a:srgbClr val="4F8B62">
                  <a:alpha val="15000"/>
                </a:srgbClr>
              </a:outerShdw>
            </a:effectLst>
          </p:spPr>
        </p:sp>
        <p:sp>
          <p:nvSpPr>
            <p:cNvPr id="36" name="Ellipse 36"/>
            <p:cNvSpPr/>
            <p:nvPr>
              <p:custDataLst>
                <p:tags r:id="rId26"/>
              </p:custDataLst>
            </p:nvPr>
          </p:nvSpPr>
          <p:spPr>
            <a:xfrm>
              <a:off x="3562350" y="4924425"/>
              <a:ext cx="800100" cy="800100"/>
            </a:xfrm>
            <a:prstGeom prst="ellipse">
              <a:avLst/>
            </a:prstGeom>
            <a:gradFill>
              <a:gsLst>
                <a:gs pos="0">
                  <a:srgbClr val="71C857"/>
                </a:gs>
                <a:gs pos="45000">
                  <a:srgbClr val="23A248"/>
                </a:gs>
                <a:gs pos="100000">
                  <a:srgbClr val="008A4D"/>
                </a:gs>
              </a:gsLst>
              <a:lin ang="2700000" scaled="1"/>
            </a:gradFill>
            <a:ln>
              <a:noFill/>
            </a:ln>
            <a:effectLst>
              <a:outerShdw blurRad="95250" dist="38100" dir="5400000" algn="ctr" rotWithShape="0">
                <a:srgbClr val="1F7E3B">
                  <a:alpha val="21000"/>
                </a:srgbClr>
              </a:outerShdw>
            </a:effectLst>
          </p:spPr>
        </p:sp>
        <p:sp>
          <p:nvSpPr>
            <p:cNvPr id="37" name="TextBox 37"/>
            <p:cNvSpPr txBox="1"/>
            <p:nvPr>
              <p:custDataLst>
                <p:tags r:id="rId27"/>
              </p:custDataLst>
            </p:nvPr>
          </p:nvSpPr>
          <p:spPr>
            <a:xfrm>
              <a:off x="3763625" y="5198745"/>
              <a:ext cx="397551" cy="469392"/>
            </a:xfrm>
            <a:prstGeom prst="rect">
              <a:avLst/>
            </a:prstGeom>
            <a:noFill/>
            <a:ln>
              <a:noFill/>
            </a:ln>
            <a:effectLst>
              <a:outerShdw blurRad="152400" dist="66675" dir="5400000" algn="ctr" rotWithShape="0">
                <a:srgbClr val="4F8B62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b="1" dirty="0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05</a:t>
              </a:r>
              <a:endParaRPr lang="en-US" sz="240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>
              <p:custDataLst>
                <p:tags r:id="rId28"/>
              </p:custDataLst>
            </p:nvPr>
          </p:nvSpPr>
          <p:spPr>
            <a:xfrm>
              <a:off x="4616958" y="5198745"/>
              <a:ext cx="1381354" cy="469392"/>
            </a:xfrm>
            <a:prstGeom prst="rect">
              <a:avLst/>
            </a:prstGeom>
            <a:noFill/>
            <a:ln>
              <a:noFill/>
            </a:ln>
            <a:effectLst>
              <a:outerShdw blurRad="152400" dist="66675" dir="5400000" algn="ctr" rotWithShape="0">
                <a:srgbClr val="4F8B62">
                  <a:alpha val="15000"/>
                </a:srgbClr>
              </a:outerShdw>
            </a:effectLst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272D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总结展望</a:t>
              </a:r>
              <a:endParaRPr lang="zh-CN" sz="2400" b="1" dirty="0">
                <a:solidFill>
                  <a:srgbClr val="20272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38150" y="6305550"/>
            <a:ext cx="1847850" cy="390525"/>
            <a:chOff x="438150" y="6305550"/>
            <a:chExt cx="1847850" cy="390525"/>
          </a:xfrm>
          <a:effectLst>
            <a:outerShdw blurRad="57150" dist="19050" dir="5400000" algn="ctr" rotWithShape="0">
              <a:srgbClr val="2D5D39">
                <a:alpha val="15000"/>
              </a:srgbClr>
            </a:outerShdw>
          </a:effectLst>
        </p:grpSpPr>
        <p:sp>
          <p:nvSpPr>
            <p:cNvPr id="40" name="Ellipse 40"/>
            <p:cNvSpPr/>
            <p:nvPr/>
          </p:nvSpPr>
          <p:spPr>
            <a:xfrm>
              <a:off x="438150" y="6343650"/>
              <a:ext cx="342900" cy="342900"/>
            </a:xfrm>
            <a:prstGeom prst="ellipse">
              <a:avLst/>
            </a:prstGeom>
            <a:solidFill>
              <a:srgbClr val="FFFFFF"/>
            </a:solidFill>
            <a:ln w="12382">
              <a:solidFill>
                <a:srgbClr val="7FCB6A"/>
              </a:solidFill>
            </a:ln>
            <a:effectLst>
              <a:outerShdw blurRad="57150" dist="19050" dir="5400000" algn="ctr" rotWithShape="0">
                <a:srgbClr val="2D5D39">
                  <a:alpha val="15000"/>
                </a:srgbClr>
              </a:outerShdw>
            </a:effectLst>
          </p:spPr>
        </p:sp>
        <p:sp>
          <p:nvSpPr>
            <p:cNvPr id="41" name="Freeform 41"/>
            <p:cNvSpPr/>
            <p:nvPr/>
          </p:nvSpPr>
          <p:spPr>
            <a:xfrm>
              <a:off x="476250" y="6305550"/>
              <a:ext cx="361950" cy="295275"/>
            </a:xfrm>
            <a:custGeom>
              <a:avLst/>
              <a:gdLst/>
              <a:ahLst/>
              <a:cxnLst/>
              <a:rect l="l" t="t" r="r" b="b"/>
              <a:pathLst>
                <a:path w="361950" h="295275">
                  <a:moveTo>
                    <a:pt x="0" y="295275"/>
                  </a:moveTo>
                  <a:cubicBezTo>
                    <a:pt x="104775" y="95250"/>
                    <a:pt x="228600" y="19050"/>
                    <a:pt x="361950" y="0"/>
                  </a:cubicBezTo>
                  <a:cubicBezTo>
                    <a:pt x="304800" y="171450"/>
                    <a:pt x="190500" y="276225"/>
                    <a:pt x="0" y="295275"/>
                  </a:cubicBezTo>
                  <a:close/>
                </a:path>
              </a:pathLst>
            </a:custGeom>
            <a:noFill/>
            <a:ln w="21908">
              <a:solidFill>
                <a:srgbClr val="36A84D"/>
              </a:solidFill>
            </a:ln>
            <a:effectLst>
              <a:outerShdw blurRad="57150" dist="19050" dir="5400000" algn="ctr" rotWithShape="0">
                <a:srgbClr val="2D5D39">
                  <a:alpha val="15000"/>
                </a:srgbClr>
              </a:outerShdw>
            </a:effectLst>
          </p:spPr>
        </p:sp>
        <p:sp>
          <p:nvSpPr>
            <p:cNvPr id="42" name="Freeform 42"/>
            <p:cNvSpPr/>
            <p:nvPr/>
          </p:nvSpPr>
          <p:spPr>
            <a:xfrm>
              <a:off x="523875" y="6324600"/>
              <a:ext cx="285750" cy="247650"/>
            </a:xfrm>
            <a:custGeom>
              <a:avLst/>
              <a:gdLst/>
              <a:ahLst/>
              <a:cxnLst/>
              <a:rect l="l" t="t" r="r" b="b"/>
              <a:pathLst>
                <a:path w="285750" h="247650">
                  <a:moveTo>
                    <a:pt x="0" y="247650"/>
                  </a:moveTo>
                  <a:cubicBezTo>
                    <a:pt x="85725" y="180975"/>
                    <a:pt x="190500" y="66675"/>
                    <a:pt x="285750" y="0"/>
                  </a:cubicBezTo>
                </a:path>
              </a:pathLst>
            </a:custGeom>
            <a:noFill/>
            <a:ln w="14288">
              <a:solidFill>
                <a:srgbClr val="36A84D"/>
              </a:solidFill>
            </a:ln>
            <a:effectLst>
              <a:outerShdw blurRad="57150" dist="19050" dir="5400000" algn="ctr" rotWithShape="0">
                <a:srgbClr val="2D5D39">
                  <a:alpha val="15000"/>
                </a:srgbClr>
              </a:outerShdw>
            </a:effectLst>
          </p:spPr>
        </p:sp>
        <p:sp>
          <p:nvSpPr>
            <p:cNvPr id="43" name="Ellipse 43"/>
            <p:cNvSpPr/>
            <p:nvPr/>
          </p:nvSpPr>
          <p:spPr>
            <a:xfrm>
              <a:off x="942975" y="6343650"/>
              <a:ext cx="342900" cy="342900"/>
            </a:xfrm>
            <a:prstGeom prst="ellipse">
              <a:avLst/>
            </a:prstGeom>
            <a:solidFill>
              <a:srgbClr val="FFFFFF"/>
            </a:solidFill>
            <a:ln w="12382">
              <a:solidFill>
                <a:srgbClr val="7FCB6A"/>
              </a:solidFill>
            </a:ln>
            <a:effectLst>
              <a:outerShdw blurRad="57150" dist="19050" dir="5400000" algn="ctr" rotWithShape="0">
                <a:srgbClr val="2D5D39">
                  <a:alpha val="15000"/>
                </a:srgbClr>
              </a:outerShdw>
            </a:effectLst>
          </p:spPr>
        </p:sp>
        <p:sp>
          <p:nvSpPr>
            <p:cNvPr id="44" name="Freeform 44"/>
            <p:cNvSpPr/>
            <p:nvPr/>
          </p:nvSpPr>
          <p:spPr>
            <a:xfrm>
              <a:off x="981075" y="6372225"/>
              <a:ext cx="276225" cy="85725"/>
            </a:xfrm>
            <a:custGeom>
              <a:avLst/>
              <a:gdLst/>
              <a:ahLst/>
              <a:cxnLst/>
              <a:rect l="l" t="t" r="r" b="b"/>
              <a:pathLst>
                <a:path w="276225" h="85725">
                  <a:moveTo>
                    <a:pt x="0" y="85725"/>
                  </a:moveTo>
                  <a:cubicBezTo>
                    <a:pt x="85725" y="0"/>
                    <a:pt x="190500" y="0"/>
                    <a:pt x="276225" y="85725"/>
                  </a:cubicBezTo>
                </a:path>
              </a:pathLst>
            </a:custGeom>
            <a:noFill/>
            <a:ln w="33338" cap="rnd">
              <a:solidFill>
                <a:srgbClr val="36A84D"/>
              </a:solidFill>
            </a:ln>
            <a:effectLst>
              <a:outerShdw blurRad="57150" dist="19050" dir="5400000" algn="ctr" rotWithShape="0">
                <a:srgbClr val="2D5D39">
                  <a:alpha val="15000"/>
                </a:srgbClr>
              </a:outerShdw>
            </a:effectLst>
          </p:spPr>
        </p:sp>
        <p:sp>
          <p:nvSpPr>
            <p:cNvPr id="45" name="Freeform 45"/>
            <p:cNvSpPr/>
            <p:nvPr/>
          </p:nvSpPr>
          <p:spPr>
            <a:xfrm>
              <a:off x="1047750" y="6486525"/>
              <a:ext cx="152400" cy="47625"/>
            </a:xfrm>
            <a:custGeom>
              <a:avLst/>
              <a:gdLst/>
              <a:ahLst/>
              <a:cxnLst/>
              <a:rect l="l" t="t" r="r" b="b"/>
              <a:pathLst>
                <a:path w="152400" h="47625">
                  <a:moveTo>
                    <a:pt x="0" y="47625"/>
                  </a:moveTo>
                  <a:cubicBezTo>
                    <a:pt x="47625" y="0"/>
                    <a:pt x="104775" y="0"/>
                    <a:pt x="152400" y="47625"/>
                  </a:cubicBezTo>
                </a:path>
              </a:pathLst>
            </a:custGeom>
            <a:noFill/>
            <a:ln w="33338" cap="rnd">
              <a:solidFill>
                <a:srgbClr val="36A84D"/>
              </a:solidFill>
            </a:ln>
            <a:effectLst>
              <a:outerShdw blurRad="57150" dist="19050" dir="5400000" algn="ctr" rotWithShape="0">
                <a:srgbClr val="2D5D39">
                  <a:alpha val="15000"/>
                </a:srgbClr>
              </a:outerShdw>
            </a:effectLst>
          </p:spPr>
        </p:sp>
        <p:sp>
          <p:nvSpPr>
            <p:cNvPr id="46" name="Ellipse 46"/>
            <p:cNvSpPr/>
            <p:nvPr/>
          </p:nvSpPr>
          <p:spPr>
            <a:xfrm>
              <a:off x="1090612" y="6577012"/>
              <a:ext cx="47625" cy="47625"/>
            </a:xfrm>
            <a:prstGeom prst="ellipse">
              <a:avLst/>
            </a:prstGeom>
            <a:solidFill>
              <a:srgbClr val="36A84D"/>
            </a:solidFill>
            <a:ln>
              <a:noFill/>
            </a:ln>
            <a:effectLst>
              <a:outerShdw blurRad="57150" dist="19050" dir="5400000" algn="ctr" rotWithShape="0">
                <a:srgbClr val="2D5D39">
                  <a:alpha val="15000"/>
                </a:srgbClr>
              </a:outerShdw>
            </a:effectLst>
          </p:spPr>
        </p:sp>
        <p:sp>
          <p:nvSpPr>
            <p:cNvPr id="47" name="Ellipse 47"/>
            <p:cNvSpPr/>
            <p:nvPr/>
          </p:nvSpPr>
          <p:spPr>
            <a:xfrm>
              <a:off x="1438275" y="6343650"/>
              <a:ext cx="342900" cy="342900"/>
            </a:xfrm>
            <a:prstGeom prst="ellipse">
              <a:avLst/>
            </a:prstGeom>
            <a:solidFill>
              <a:srgbClr val="FFFFFF"/>
            </a:solidFill>
            <a:ln w="12382">
              <a:solidFill>
                <a:srgbClr val="7FCB6A"/>
              </a:solidFill>
            </a:ln>
            <a:effectLst>
              <a:outerShdw blurRad="57150" dist="19050" dir="5400000" algn="ctr" rotWithShape="0">
                <a:srgbClr val="2D5D39">
                  <a:alpha val="15000"/>
                </a:srgbClr>
              </a:outerShdw>
            </a:effectLst>
          </p:spPr>
        </p:sp>
        <p:sp>
          <p:nvSpPr>
            <p:cNvPr id="48" name="Freeform 48"/>
            <p:cNvSpPr/>
            <p:nvPr/>
          </p:nvSpPr>
          <p:spPr>
            <a:xfrm>
              <a:off x="1504950" y="6353175"/>
              <a:ext cx="361950" cy="285750"/>
            </a:xfrm>
            <a:custGeom>
              <a:avLst/>
              <a:gdLst/>
              <a:ahLst/>
              <a:cxnLst/>
              <a:rect l="l" t="t" r="r" b="b"/>
              <a:pathLst>
                <a:path w="361950" h="285750">
                  <a:moveTo>
                    <a:pt x="0" y="200025"/>
                  </a:moveTo>
                  <a:lnTo>
                    <a:pt x="0" y="133350"/>
                  </a:lnTo>
                  <a:cubicBezTo>
                    <a:pt x="0" y="85725"/>
                    <a:pt x="47625" y="57150"/>
                    <a:pt x="95250" y="76200"/>
                  </a:cubicBezTo>
                  <a:cubicBezTo>
                    <a:pt x="123825" y="0"/>
                    <a:pt x="247650" y="19050"/>
                    <a:pt x="276225" y="114300"/>
                  </a:cubicBezTo>
                  <a:cubicBezTo>
                    <a:pt x="333375" y="123825"/>
                    <a:pt x="361950" y="161925"/>
                    <a:pt x="361950" y="209550"/>
                  </a:cubicBezTo>
                  <a:cubicBezTo>
                    <a:pt x="361950" y="257175"/>
                    <a:pt x="314325" y="285750"/>
                    <a:pt x="257175" y="285750"/>
                  </a:cubicBezTo>
                  <a:lnTo>
                    <a:pt x="47625" y="285750"/>
                  </a:lnTo>
                  <a:cubicBezTo>
                    <a:pt x="19050" y="285750"/>
                    <a:pt x="0" y="247650"/>
                    <a:pt x="0" y="200025"/>
                  </a:cubicBezTo>
                  <a:close/>
                </a:path>
              </a:pathLst>
            </a:custGeom>
            <a:solidFill>
              <a:srgbClr val="36A84D"/>
            </a:solidFill>
            <a:ln>
              <a:noFill/>
            </a:ln>
            <a:effectLst>
              <a:outerShdw blurRad="57150" dist="19050" dir="5400000" algn="ctr" rotWithShape="0">
                <a:srgbClr val="2D5D39">
                  <a:alpha val="15000"/>
                </a:srgbClr>
              </a:outerShdw>
            </a:effectLst>
          </p:spPr>
        </p:sp>
        <p:sp>
          <p:nvSpPr>
            <p:cNvPr id="49" name="Freeform 49"/>
            <p:cNvSpPr/>
            <p:nvPr/>
          </p:nvSpPr>
          <p:spPr>
            <a:xfrm>
              <a:off x="1628775" y="6477000"/>
              <a:ext cx="114300" cy="114300"/>
            </a:xfrm>
            <a:custGeom>
              <a:avLst/>
              <a:gdLst/>
              <a:ahLst/>
              <a:cxnLst/>
              <a:rect l="l" t="t" r="r" b="b"/>
              <a:pathLst>
                <a:path w="114300" h="114300">
                  <a:moveTo>
                    <a:pt x="57150" y="114300"/>
                  </a:moveTo>
                  <a:lnTo>
                    <a:pt x="57150" y="0"/>
                  </a:lnTo>
                  <a:moveTo>
                    <a:pt x="0" y="57150"/>
                  </a:moveTo>
                  <a:lnTo>
                    <a:pt x="57150" y="0"/>
                  </a:lnTo>
                  <a:lnTo>
                    <a:pt x="114300" y="57150"/>
                  </a:lnTo>
                </a:path>
              </a:pathLst>
            </a:custGeom>
            <a:noFill/>
            <a:ln w="20002" cap="rnd">
              <a:solidFill>
                <a:srgbClr val="FFFFFF"/>
              </a:solidFill>
            </a:ln>
            <a:effectLst>
              <a:outerShdw blurRad="57150" dist="19050" dir="5400000" algn="ctr" rotWithShape="0">
                <a:srgbClr val="2D5D39">
                  <a:alpha val="15000"/>
                </a:srgbClr>
              </a:outerShdw>
            </a:effectLst>
          </p:spPr>
        </p:sp>
        <p:sp>
          <p:nvSpPr>
            <p:cNvPr id="50" name="Ellipse 50"/>
            <p:cNvSpPr/>
            <p:nvPr/>
          </p:nvSpPr>
          <p:spPr>
            <a:xfrm>
              <a:off x="1943100" y="6343650"/>
              <a:ext cx="342900" cy="342900"/>
            </a:xfrm>
            <a:prstGeom prst="ellipse">
              <a:avLst/>
            </a:prstGeom>
            <a:solidFill>
              <a:srgbClr val="FFFFFF"/>
            </a:solidFill>
            <a:ln w="12382">
              <a:solidFill>
                <a:srgbClr val="7FCB6A"/>
              </a:solidFill>
            </a:ln>
            <a:effectLst>
              <a:outerShdw blurRad="57150" dist="19050" dir="5400000" algn="ctr" rotWithShape="0">
                <a:srgbClr val="2D5D39">
                  <a:alpha val="15000"/>
                </a:srgbClr>
              </a:outerShdw>
            </a:effectLst>
          </p:spPr>
        </p:sp>
        <p:sp>
          <p:nvSpPr>
            <p:cNvPr id="51" name="Freeform 51"/>
            <p:cNvSpPr/>
            <p:nvPr/>
          </p:nvSpPr>
          <p:spPr>
            <a:xfrm>
              <a:off x="2009775" y="6353175"/>
              <a:ext cx="238125" cy="342900"/>
            </a:xfrm>
            <a:custGeom>
              <a:avLst/>
              <a:gdLst/>
              <a:ahLst/>
              <a:cxnLst/>
              <a:rect l="l" t="t" r="r" b="b"/>
              <a:pathLst>
                <a:path w="238125" h="342900">
                  <a:moveTo>
                    <a:pt x="133350" y="0"/>
                  </a:moveTo>
                  <a:lnTo>
                    <a:pt x="0" y="200025"/>
                  </a:lnTo>
                  <a:lnTo>
                    <a:pt x="114300" y="200025"/>
                  </a:lnTo>
                  <a:lnTo>
                    <a:pt x="47625" y="342900"/>
                  </a:lnTo>
                  <a:lnTo>
                    <a:pt x="238125" y="104775"/>
                  </a:lnTo>
                  <a:lnTo>
                    <a:pt x="123825" y="104775"/>
                  </a:lnTo>
                  <a:close/>
                </a:path>
              </a:pathLst>
            </a:custGeom>
            <a:solidFill>
              <a:srgbClr val="36A84D"/>
            </a:solidFill>
            <a:ln>
              <a:noFill/>
            </a:ln>
            <a:effectLst>
              <a:outerShdw blurRad="57150" dist="19050" dir="5400000" algn="ctr" rotWithShape="0">
                <a:srgbClr val="2D5D39">
                  <a:alpha val="15000"/>
                </a:srgbClr>
              </a:outerShdw>
            </a:effectLst>
          </p:spPr>
        </p:sp>
      </p:grpSp>
      <p:sp>
        <p:nvSpPr>
          <p:cNvPr id="53" name="Line 53"/>
          <p:cNvSpPr/>
          <p:nvPr/>
        </p:nvSpPr>
        <p:spPr>
          <a:xfrm>
            <a:off x="2514600" y="6372225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2382">
            <a:solidFill>
              <a:srgbClr val="8AB886"/>
            </a:solidFill>
          </a:ln>
        </p:spPr>
      </p:sp>
      <p:sp>
        <p:nvSpPr>
          <p:cNvPr id="54" name="TextBox 54"/>
          <p:cNvSpPr txBox="1"/>
          <p:nvPr/>
        </p:nvSpPr>
        <p:spPr>
          <a:xfrm>
            <a:off x="2773680" y="6429375"/>
            <a:ext cx="171145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b="1" dirty="0">
                <a:solidFill>
                  <a:srgbClr val="078C3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智慧路灯节能系统</a:t>
            </a:r>
            <a:endParaRPr lang="zh-CN" sz="1500" b="1" dirty="0">
              <a:solidFill>
                <a:srgbClr val="078C3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Line 55"/>
          <p:cNvSpPr/>
          <p:nvPr/>
        </p:nvSpPr>
        <p:spPr>
          <a:xfrm>
            <a:off x="4591050" y="6372225"/>
            <a:ext cx="9525" cy="333375"/>
          </a:xfrm>
          <a:custGeom>
            <a:avLst/>
            <a:gdLst/>
            <a:ahLst/>
            <a:cxnLst/>
            <a:rect l="l" t="t" r="r" b="b"/>
            <a:pathLst>
              <a:path w="9525" h="333375">
                <a:moveTo>
                  <a:pt x="0" y="0"/>
                </a:moveTo>
                <a:lnTo>
                  <a:pt x="0" y="333375"/>
                </a:lnTo>
              </a:path>
            </a:pathLst>
          </a:custGeom>
          <a:noFill/>
          <a:ln w="12382">
            <a:solidFill>
              <a:srgbClr val="777E83"/>
            </a:solidFill>
          </a:ln>
        </p:spPr>
      </p:sp>
      <p:sp>
        <p:nvSpPr>
          <p:cNvPr id="56" name="TextBox 56"/>
          <p:cNvSpPr txBox="1"/>
          <p:nvPr/>
        </p:nvSpPr>
        <p:spPr>
          <a:xfrm>
            <a:off x="4794123" y="6453664"/>
            <a:ext cx="260472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80" dirty="0">
                <a:solidFill>
                  <a:srgbClr val="59626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端-智-云一体化实训项目答辩汇报</a:t>
            </a:r>
            <a:endParaRPr lang="zh-CN" sz="1280" dirty="0">
              <a:solidFill>
                <a:srgbClr val="59626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Freeform 57"/>
          <p:cNvSpPr/>
          <p:nvPr/>
        </p:nvSpPr>
        <p:spPr>
          <a:xfrm>
            <a:off x="11144250" y="5838825"/>
            <a:ext cx="1047750" cy="1019175"/>
          </a:xfrm>
          <a:custGeom>
            <a:avLst/>
            <a:gdLst/>
            <a:ahLst/>
            <a:cxnLst/>
            <a:rect l="l" t="t" r="r" b="b"/>
            <a:pathLst>
              <a:path w="1047750" h="1019175">
                <a:moveTo>
                  <a:pt x="0" y="276225"/>
                </a:moveTo>
                <a:cubicBezTo>
                  <a:pt x="0" y="92075"/>
                  <a:pt x="88900" y="0"/>
                  <a:pt x="266700" y="0"/>
                </a:cubicBezTo>
                <a:lnTo>
                  <a:pt x="1047750" y="0"/>
                </a:lnTo>
                <a:lnTo>
                  <a:pt x="1047750" y="1019175"/>
                </a:lnTo>
                <a:lnTo>
                  <a:pt x="0" y="1019175"/>
                </a:lnTo>
                <a:close/>
              </a:path>
            </a:pathLst>
          </a:custGeom>
          <a:gradFill>
            <a:gsLst>
              <a:gs pos="0">
                <a:srgbClr val="36B958"/>
              </a:gs>
              <a:gs pos="100000">
                <a:srgbClr val="018A55"/>
              </a:gs>
            </a:gsLst>
            <a:lin ang="2700000" scaled="1"/>
          </a:gradFill>
          <a:ln>
            <a:noFill/>
          </a:ln>
        </p:spPr>
      </p:sp>
      <p:sp>
        <p:nvSpPr>
          <p:cNvPr id="58" name="TextBox 58"/>
          <p:cNvSpPr txBox="1"/>
          <p:nvPr/>
        </p:nvSpPr>
        <p:spPr>
          <a:xfrm>
            <a:off x="11473907" y="6298882"/>
            <a:ext cx="52178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3150" b="1" dirty="0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02</a:t>
            </a:r>
            <a:endParaRPr lang="en-US" sz="3150" b="1" dirty="0">
              <a:solidFill>
                <a:srgbClr val="FFFFFF"/>
              </a:solidFill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324,&quot;left&quot;:266.25,&quot;top&quot;:126.75,&quot;width&quot;:408.75}"/>
</p:tagLst>
</file>

<file path=ppt/tags/tag2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ags/tag3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ags/tag4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ags/tag5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ags/tag6.xml><?xml version="1.0" encoding="utf-8"?>
<p:tagLst xmlns:p="http://schemas.openxmlformats.org/presentationml/2006/main">
  <p:tag name="KSO_WM_DIAGRAM_VIRTUALLY_FRAME" val="{&quot;height&quot;:324,&quot;left&quot;:266.25,&quot;top&quot;:126.75,&quot;width&quot;:408.75}"/>
</p:tagLst>
</file>

<file path=ppt/tags/tag7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ags/tag8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ags/tag9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ags/tag10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ags/tag11.xml><?xml version="1.0" encoding="utf-8"?>
<p:tagLst xmlns:p="http://schemas.openxmlformats.org/presentationml/2006/main">
  <p:tag name="KSO_WM_DIAGRAM_VIRTUALLY_FRAME" val="{&quot;height&quot;:324,&quot;left&quot;:266.25,&quot;top&quot;:126.75,&quot;width&quot;:408.75}"/>
</p:tagLst>
</file>

<file path=ppt/tags/tag12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ags/tag13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ags/tag14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ags/tag15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ags/tag16.xml><?xml version="1.0" encoding="utf-8"?>
<p:tagLst xmlns:p="http://schemas.openxmlformats.org/presentationml/2006/main">
  <p:tag name="KSO_WM_DIAGRAM_VIRTUALLY_FRAME" val="{&quot;height&quot;:324,&quot;left&quot;:266.25,&quot;top&quot;:126.75,&quot;width&quot;:408.75}"/>
</p:tagLst>
</file>

<file path=ppt/tags/tag17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ags/tag18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ags/tag19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ags/tag20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ags/tag21.xml><?xml version="1.0" encoding="utf-8"?>
<p:tagLst xmlns:p="http://schemas.openxmlformats.org/presentationml/2006/main">
  <p:tag name="KSO_WM_DIAGRAM_VIRTUALLY_FRAME" val="{&quot;height&quot;:324,&quot;left&quot;:266.25,&quot;top&quot;:126.75,&quot;width&quot;:408.75}"/>
</p:tagLst>
</file>

<file path=ppt/tags/tag22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ags/tag23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ags/tag24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ags/tag25.xml><?xml version="1.0" encoding="utf-8"?>
<p:tagLst xmlns:p="http://schemas.openxmlformats.org/presentationml/2006/main">
  <p:tag name="KSO_WM_DIAGRAM_VIRTUALLY_FRAME" val="{&quot;height&quot;:324,&quot;left&quot;:253.1,&quot;top&quot;:126.75,&quot;width&quot;:421.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</Words>
  <Application>WPS 演示</Application>
  <PresentationFormat>On-screen Show (16:9)</PresentationFormat>
  <Paragraphs>28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王子恒</cp:lastModifiedBy>
  <cp:revision>2</cp:revision>
  <dcterms:created xsi:type="dcterms:W3CDTF">2026-07-08T08:11:00Z</dcterms:created>
  <dcterms:modified xsi:type="dcterms:W3CDTF">2026-07-08T08:20:01Z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68F471731F7140FC813CCB5AD8CAC967_12</vt:lpwstr>
  </property>
</Properties>
</file>